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Building the world's immersive learning platform using AR, VR and AI.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education is passive, text-heavy, and engagement drops rapidly.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WebXR, AI, affordable devices, and digital classrooms create a unique opportunity.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EdTech, AR/VR learning, and AI tutoring markets are growing rapidly.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Customers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Students, Parents, Schools, Coaching Centers, and Educational Institutions.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Browser-based immersive learning experiences with no app installation.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Nursery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Animals, Transport, Shapes, Colors, Alphabets, Numbers, Rhymes.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Science, Math, Geography and interactive learning journeys.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 Anatomy, Ecosystems, Coding, History and Geography.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Physics, Chemistry, Biology, Mathematics and Virtual Labs.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System, Anatomy, Animals, Water Cycle, Geography Globe.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VR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Space Missions, Virtual Labs, Deep Ocean Explorer, Historical Tours.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Conversational AI with visual explanations and personalized learning.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XP, Badges, Rewards, Leaderboards and Learning Streaks.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Assignments, analytics, assessments and classroom management.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Progress insights, engagement metrics and learning reports.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React, Next.js, Three.js, WebXR, Node.js, AWS.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Browser-first, immersive, AI-powered and curriculum aligned.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Subscriptions, school licensing, family plans and white-label solutions.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schools, partnerships, online acquisition and pilot programs.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MVP → AI Tutor → Virtual Labs → Multi-user XR Classrooms.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3-year growth plan with expanding B2B and B2C revenue streams.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for content creation, platform development and market expansion.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Product, AI, content, sales, marketing and operations.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Founding team with expertise in Three.js, WebXR, React and cloud platforms.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Making learning visual, interactive and accessible worldwide.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Transforming education through immersive experiences.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