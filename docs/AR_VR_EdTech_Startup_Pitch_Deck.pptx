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Visora / Lumiverse XR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Immersive AR, VR and AI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learning is passive and lacks engagement.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Browser-based AR/VR experiences powered by Three.js and WebXR.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Nursery to Grade 12 students, schools, parents, coaching centers.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Learning Beyond Books with AR, VR and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Curriculum Coverage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Nursery through Grade 12 immersive learning modules.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Solar System, Anatomy, Animals, Geography, Science.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VR Experiences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Labs, Space Missions, Ocean Explorer, History Tours.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Tutor, Lesson Generator, Personalized Learning Paths.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Assignments, analytics, assessments, reporting.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Parent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Progress tracking, insights, screen-time monitoring.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Badges, XP, rewards, streaks, leaderboards.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React, Next.js, Three.js, WebXR, Node.js, AWS.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Subscriptions, school licensing, white-label offerings.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MVP → AI Tutor → Virtual Labs → Multi-user XR classrooms.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global EdTech platform leveraging immersive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